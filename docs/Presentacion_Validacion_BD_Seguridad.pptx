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96" y="7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4400" y="1463040"/>
            <a:ext cx="10360152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Validacion de Datos,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9445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4A5F"/>
                </a:solidFill>
              </a:rPr>
              <a:t>Base de Datos y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0D0D0"/>
                </a:solidFill>
              </a:rPr>
              <a:t>Sistema de Gestion de Licoreria - Chilalo Shot  |  Piura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70832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A623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Temas de la Presentacion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035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02920" cy="12344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Importancia de validar los 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53035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02920" cy="12344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278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Tipos de validacion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3035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02920" cy="12344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451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Tipos de datos almacenados en la BD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3035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1463040"/>
            <a:ext cx="502920" cy="12344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783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8105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Proposito de la base de datos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880360"/>
            <a:ext cx="53035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2880360"/>
            <a:ext cx="502920" cy="12344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200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278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Medidas de seguridad en la BD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914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4A5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Por que es importante validar los datos?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394960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66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Evitar errores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Precio negativo, DNI con letras, email sin @.
Datos basura generan reportes incorrectos
y decisiones de negocio erroneas.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5394960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66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Proteger la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Datos mal formados pueden romper la estructura
de las tablas o provocar fallos en la aplicacion
web y la app movil.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394960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Mejor experiencia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El usuario corrige al instante en el formulario
en lugar de ver un error despues de enviar.
Menos frustacion, mas agilidad en ventas.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97680"/>
            <a:ext cx="539496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297680"/>
            <a:ext cx="5394960" cy="4114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352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Previene inyeccion SQL, XSS y ataques
disfrazados de datos normales.
Validar = primera linea de defensa.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5A623"/>
                </a:solidFill>
              </a:rPr>
              <a:t>Conclusion: validar = revisar que lo que entra al sistema sea correcto, completo y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914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4A5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Tipos de validacion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68496"/>
            <a:ext cx="347472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5F"/>
                </a:solidFill>
              </a:rPr>
              <a:t>Cliente (Frontend)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7860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En el navegador o app, antes de enviar.
Ej: comprobar que el email tenga '@'.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3968496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2029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Servidor (Backend)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7860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En el servidor al recibir la peticion.
Ej: usuario existe, token valido.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0FC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968496"/>
            <a:ext cx="3474720" cy="54864"/>
          </a:xfrm>
          <a:prstGeom prst="rect">
            <a:avLst/>
          </a:prstGeom>
          <a:solidFill>
            <a:srgbClr val="0FC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029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C276"/>
                </a:solidFill>
              </a:rPr>
              <a:t>Base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7860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NOT NULL, UNIQUE, CHECK, claves foraneas.
Ej: rol IN ('ADMIN','VENDEDOR').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15968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315968"/>
            <a:ext cx="347472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6364224"/>
            <a:ext cx="347472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5F"/>
                </a:solidFill>
              </a:rPr>
              <a:t>Formato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74336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DNI de 8 digitos, fecha valida,
tipo correcto de dato en cada campo.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315968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4315968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43400" y="6364224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Rango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974336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Cantidad &gt; 0, descuento &lt;= 100%,
precio no negativo, stock no menor a 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315968"/>
            <a:ext cx="347472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315968"/>
            <a:ext cx="3474720" cy="54864"/>
          </a:xfrm>
          <a:prstGeom prst="rect">
            <a:avLst/>
          </a:prstGeom>
          <a:solidFill>
            <a:srgbClr val="0FC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6364224"/>
            <a:ext cx="3474720" cy="54864"/>
          </a:xfrm>
          <a:prstGeom prst="rect">
            <a:avLst/>
          </a:prstGeom>
          <a:solidFill>
            <a:srgbClr val="0FC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60" y="44256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C276"/>
                </a:solidFill>
              </a:rPr>
              <a:t>Negocio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974336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Stock suficiente antes de vender.
Promocion activa dentro del rango de fechas.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</a:rPr>
              <a:t>Importante: no basta validar solo en el frontend. Siempre validar en backend y BD tambien.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914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>
                <a:solidFill>
                  <a:srgbClr val="E84A5F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Que tipos de datos se almacenan en la BD?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411480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39496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64592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5F"/>
                </a:solidFill>
              </a:rPr>
              <a:t>VARCHAR /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50292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Nombres: usuarios, clientes, productos, categorias
Codigos de barras, N. de venta/compra
Emails, telefonos, direcciones
DNI, RUC, tipo de documento
Contrasenas encriptadas con BCrypt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19"/>
            <a:ext cx="539496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164592" cy="2240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INTEGER / DECIMAL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04872"/>
            <a:ext cx="50292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Precios de compra, venta, totales y descuentos
Cantidades en stock, detalle de venta/compra
Puntos de fidelizacion del cliente
IDs: claves primarias y foraneas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43400"/>
            <a:ext cx="539496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64592" cy="2240280"/>
          </a:xfrm>
          <a:prstGeom prst="rect">
            <a:avLst/>
          </a:prstGeom>
          <a:solidFill>
            <a:srgbClr val="0FC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C276"/>
                </a:solidFill>
              </a:rPr>
              <a:t>TIMESTAMP /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73752"/>
            <a:ext cx="50292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Fecha de venta, compra y creacion de registros
Fechas de vencimiento de productos
Inicio y fin de promociones
Emision y envio de comprobantes electronicos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43400"/>
            <a:ext cx="539496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164592" cy="224028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5F"/>
                </a:solidFill>
              </a:rPr>
              <a:t>BOOLEAN / 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73752"/>
            <a:ext cx="50292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Producto, categoria, usuario activo (BOOLEAN)
Promocion activa (BOOLEAN)
XML / PDF de comprobantes electronicos
(almacenados como TEXT o BYTEA)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A623"/>
                </a:solidFill>
              </a:rPr>
              <a:t>Tablas: usuarios | productos | categorias | clientes | ventas | detalle_ventas | venta_pagos | comprobantes_electronicos | movimientos_inventario | proveedores | compras | detalle_compras | promociones | packs | pack_productos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914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4A5F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Cual es el proposito de la base de datos?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411480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4552" cy="658368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licoreria_db es el corazon del sistema: almacena y relaciona toda la informacion necesaria para operar la licoreria de forma segura y consistente.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Inventario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6440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Registra stock, entradas/salidas (compras,
ventas, ajustes) con trazabilidad completa.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69748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6440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Cada venta con su detalle, forma de pago,
cliente y comprobante electronico vinculado.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69748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Personas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6440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Clientes (fidelizacion por puntos) y usuarios
(empleados/admin) con roles y acceso.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773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Proveedores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3036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Registro de compras y datos de proveedores
para trazabilidad de abastecimiento.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66344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4773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Promociones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23036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Packs y ofertas con condiciones, fechas activas
y precios especiales por producto.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663440"/>
            <a:ext cx="3474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773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230368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0"/>
                </a:solidFill>
              </a:rPr>
              <a:t>Base para ventas por periodo, productos
mas vendidos y alertas de stock 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914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4A5F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Medidas de seguridad en la base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8346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283464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Usuario dedicado de 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68879"/>
            <a:ext cx="26151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licoreria_user / licoreria_pass.
No se usa postgres desde la app.
Credenciales en application.properties.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74519"/>
            <a:ext cx="28346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1568" y="196596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BCrypt en contrasenas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468879"/>
            <a:ext cx="26151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Las contrasenas NO se guardan en texto plano.
BCrypt las encripta antes de insertar.
Si alguien accede a la BD no ve las claves.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28346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283464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Autenticacion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68879"/>
            <a:ext cx="26151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Login devuelve token firmado (1h access,
24h refresh). Cada peticion valida el token
antes de ejecutar operaciones sobre la BD.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874519"/>
            <a:ext cx="28346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874519"/>
            <a:ext cx="28346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36607" y="1965960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Roles ADMIN / VENDEDOR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2468879"/>
            <a:ext cx="26151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Definidos en la BD. El backend los usa para
permitir o denegar acciones criticas.
Limita el dano si una cuenta es comprometida.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343400"/>
            <a:ext cx="32918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" y="4343400"/>
            <a:ext cx="329184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07007" y="443484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Constraints en la 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937760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NOT NULL, UNIQUE, CHECK, claves foraneas.
Evitan datos incoherentes: ventas sin usuario,
cantidades negativas, roles no validos.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343400"/>
            <a:ext cx="32918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4343400"/>
            <a:ext cx="32918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443484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Migraciones con Flyway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4937760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Scripts versionados V1...V9 controlan cada
cambio de esquema. No se modifica produccion
a mano ni con scripts no controlados.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343400"/>
            <a:ext cx="3291840" cy="2240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0" y="4343400"/>
            <a:ext cx="3291840" cy="54864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82127" y="443484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CORS configurado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937760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D0D0"/>
                </a:solidFill>
              </a:rPr>
              <a:t>El backend acepta peticiones solo de origenes
permitidos (localhost:5173, :3000, :8080).
Bloquea consumo no autorizado del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71600" y="1463040"/>
            <a:ext cx="9445752" cy="374903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A5F"/>
                </a:solidFill>
              </a:rPr>
              <a:t>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Validar siempre en las 3 capas: frontend, backend y base de 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8152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Los datos del negocio abarcan texto, numeros, fechas, booleanos y documentos.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39896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La BD existe para operar la licoreria: ventas, inventario, clientes y facturacion.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98264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Seguridad en capas: BCrypt + JWT + Roles + Constraints + Flyway + CORS.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951</Words>
  <Application>Microsoft Office PowerPoint</Application>
  <PresentationFormat>Personalizado</PresentationFormat>
  <Paragraphs>89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PI70836882 (Hidalgo Morales, Walter Jose)</cp:lastModifiedBy>
  <cp:revision>5</cp:revision>
  <dcterms:created xsi:type="dcterms:W3CDTF">2013-01-27T09:14:16Z</dcterms:created>
  <dcterms:modified xsi:type="dcterms:W3CDTF">2026-03-06T14:17:34Z</dcterms:modified>
  <cp:category/>
</cp:coreProperties>
</file>